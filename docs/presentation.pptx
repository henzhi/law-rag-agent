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645920"/>
            <a:ext cx="6400800" cy="21945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基于本地大语言模型的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法律法规智能问答系统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构建与 Agent 任务调度实践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600" kern="0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Law-RAG-Agent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奥马灯塔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实习项目答辩  |  2026 年 7 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组员：XXX  XXX  XXX  XXX  XXX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18288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64008" cy="3474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" y="1097280"/>
            <a:ext cx="457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1B2A4A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▎</a:t>
            </a:r>
            <a:endParaRPr lang="en-US" sz="140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法律领域知识密度高、更新频繁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通用大模型存在幻觉与时效性问题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法律实务需要精准的条文引用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本地化部署保障数据安全与隐私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RAG+Agent 结合可提升复杂问答质量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部署本地 LLM，构建端到端 RAG 问答系统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爬取并向量化 30 部中国法律全文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实现 LangGraph Agent 多步骤任务调度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提供 FastAPI + Vue 3 交互界面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构造 100+ 条标注测试集, 系统评测交付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构建一款全本地化、可演示的法律法规智能问答系统原型，通过 RAG + Agent 技术解决法律场景的知识检索与精准问答需求。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核心功能与亮点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18288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多阶段检索链路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向量检索 (bge-m3) → chunk_type 噪声过滤 → Cross-Encoder 精排 → 相邻条文扩展, 确保召回 80% 且无章级噪声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16916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 调度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节点状态图: 意图识别 → 查询改写 → 检索 → 生成 → 答案校验 → 重试循环, 支持多轮上下文保持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3081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流式问答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首字延迟 &lt; 1s, 逐字渲染, 前端 Vue 3 实时展示 + 引用来源折叠, 体验对标 ChatGPT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71800"/>
            <a:ext cx="54864" cy="1691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86400" y="3081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完整评测体系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4747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条标注测试集 / 174 单元测试 / 检索 Recall@5=80% / 回答综合评分 0.817 / 真实幻觉率 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四大功能模块协同工作，形成从知识入库到用户交互的完整闭环，评测数据支撑质量可信。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18288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170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Vite + Pinia  |  Swagger 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38528"/>
            <a:ext cx="64008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JWT + LangGraph + SSE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624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79776"/>
            <a:ext cx="64008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qwen2.5:7b + bge-m3 + bge-reranker-v2-m3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34655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21024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21024"/>
            <a:ext cx="64008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6941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(3753 文档) + BM25 语料 + PostgreSQL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1097280"/>
            <a:ext cx="34747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1097280"/>
            <a:ext cx="34747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Qwen2.5:7b (Ollama)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1984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19842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(1024d)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22768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2768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bge-reranker-v2-m3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25694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向量索引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IndexFlatIP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862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28620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1.2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Vue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3447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3447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jieba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37398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37398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4032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包管理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4032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4325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4325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四层架构清晰分离，全链路本地部署，Ollama 统一管理 Embedding + LLM + Reranker 三类模型。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检索与回答评测结果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18288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 Recall@5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回答综合评分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真实幻觉率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9224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单元测试通过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权重对比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纯向量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2468880"/>
            <a:ext cx="2926080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807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BM25=0.1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2852928"/>
            <a:ext cx="109728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191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BM25=0.3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3236976"/>
            <a:ext cx="128016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2514600" y="3191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75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BM25=0.5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88720" y="3621024"/>
            <a:ext cx="1975104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9544" y="3575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959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BM25=0.7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88720" y="4005072"/>
            <a:ext cx="212140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3959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BM25=0.9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88720" y="4389120"/>
            <a:ext cx="212140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2011680"/>
            <a:ext cx="3474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4924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回答质量分布 (131 条)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优秀 (≥0.8)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2578608"/>
            <a:ext cx="107533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7887614" y="2560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良好 (0.6-0.8)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081528"/>
            <a:ext cx="544982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7357262" y="3063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 (0.4-0.6)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584448"/>
            <a:ext cx="153619" cy="182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3" name="Text 41"/>
          <p:cNvSpPr/>
          <p:nvPr/>
        </p:nvSpPr>
        <p:spPr>
          <a:xfrm>
            <a:off x="6965899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较差 (&lt;0.4)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4087368"/>
            <a:ext cx="5669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6868973" y="4069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纯向量检索最优, BM25 为负优化; 88.6% 回答达良好以上, 0% 幻觉, 系统可靠可用。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项目进度规划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18288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60320" cy="548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  |  已完成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Ollama 安装 + qwen2.5:7b / bge-m3 部署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分析北大法宝网页结构，编写爬虫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爬取 30 部法律全文 (txt/JSON)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文档清洗、分段、向量化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构建 FAISS 索引 (3753 文档)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051560"/>
            <a:ext cx="2560320" cy="548640"/>
          </a:xfrm>
          <a:prstGeom prst="rect">
            <a:avLst/>
          </a:prstGeom>
          <a:solidFill>
            <a:srgbClr val="D4A84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  |  已完成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7373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实现基础 RAG 问答: 检索 → 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LangGraph Agent 6 节点工作流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意图识别 + 查询改写 + 答案校验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Vue 3 前端 + SSE 流式输出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多轮对话上下文保持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051560"/>
            <a:ext cx="2560320" cy="5486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  |  已完成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FastAPI 服务端 + Swagger 文档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构造 131 条标注测试数据集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检索评测 (6 组 BM25 对比)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回答质量评测 (评分 0.817)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174 单元测试 + 冒烟测试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技术报告 + PPT + README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三周分阶段推进，每周核心任务明确，全部按期完成交付。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团队分工与风险应对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18288"/>
          </a:xfrm>
          <a:prstGeom prst="rect">
            <a:avLst/>
          </a:prstGeom>
          <a:solidFill>
            <a:srgbClr val="E8D5A3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2062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团队分工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206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角色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负责人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核心职责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后端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成员 A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爬虫 / FastAPI / RAG 引擎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模型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成员 B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Ollama 部署 / Embedding / Prompt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Agent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成员 C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LangGraph / 意图识别 / 校验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前端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成员 D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Vue 3 / SSE 流式 / UI 设计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测试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成员 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数据集 + 评测 + 文档 + PPT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120640" y="1051560"/>
            <a:ext cx="3474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风险与应对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160020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600200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5349240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推理慢 (107s)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49240" y="1828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换 GPU 或 qwen2.5:3b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120640" y="2130552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20640" y="2130552"/>
            <a:ext cx="45720" cy="4572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7" name="Text 14"/>
          <p:cNvSpPr/>
          <p:nvPr/>
        </p:nvSpPr>
        <p:spPr>
          <a:xfrm>
            <a:off x="5349240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章级摘要噪声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49240" y="23591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chunk_type 过滤+Reranker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20640" y="2660904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2660904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2679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部分条文未命中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28895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修正法条号映射+chunk 粒度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120640" y="3191256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120640" y="3191256"/>
            <a:ext cx="4572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2"/>
          <p:cNvSpPr/>
          <p:nvPr/>
        </p:nvSpPr>
        <p:spPr>
          <a:xfrm>
            <a:off x="5349240" y="3209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session 管理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49240" y="3419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引入 Redis/session_id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20640" y="3721608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20640" y="3721608"/>
            <a:ext cx="4572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6"/>
          <p:cNvSpPr/>
          <p:nvPr/>
        </p:nvSpPr>
        <p:spPr>
          <a:xfrm>
            <a:off x="5349240" y="3739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知识库静态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349240" y="39502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增量更新+版本管理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人分工覆盖全链路, 风险预案完备; 核心风险 (推理速度/噪声) 已有解决方案或降级策略。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 Recall@5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0.817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回答综合评分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005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0350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单元测试通过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1440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标注测试集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7472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部法律覆盖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3504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真实幻觉率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566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B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全本地化 RAG+Agent 法律问答系统, 三周完整交付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A84B"/>
                </a:solidFill>
              </a:rPr>
              <a:t>✓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检索 80% + 回答 0.817 + 幻觉 0%, 质量可信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A84B"/>
                </a:solidFill>
              </a:rPr>
              <a:t>✓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174 测试 + Docker 一键部署 + 完整技术报告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Law-RAG-Agent  |  github.com/Henzhi/Law-RAG-Agent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Law-RAG-Agent 项目答辩</dc:title>
  <dc:subject>PptxGenJS Presentation</dc:subject>
  <dc:creator>Law-RAG-Agent Team</dc:creator>
  <cp:lastModifiedBy>Law-RAG-Agent Team</cp:lastModifiedBy>
  <cp:revision>1</cp:revision>
  <dcterms:created xsi:type="dcterms:W3CDTF">2026-07-20T04:19:37Z</dcterms:created>
  <dcterms:modified xsi:type="dcterms:W3CDTF">2026-07-20T04:19:37Z</dcterms:modified>
</cp:coreProperties>
</file>